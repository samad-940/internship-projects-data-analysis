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Telco Customer Churn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Final Assessment Task – Data Science Internship</a:t>
            </a:r>
          </a:p>
          <a:p>
            <a:r>
              <a:rPr sz="1800"/>
              <a:t>Prepared by: Samad Mehboob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Introduction</a:t>
            </a:r>
          </a:p>
          <a:p>
            <a:r>
              <a:rPr sz="1800"/>
              <a:t>Dataset Overview</a:t>
            </a:r>
          </a:p>
          <a:p>
            <a:r>
              <a:rPr sz="1800"/>
              <a:t>Data Preprocessing</a:t>
            </a:r>
          </a:p>
          <a:p>
            <a:r>
              <a:rPr sz="1800"/>
              <a:t>Exploratory Data Analysis (EDA)</a:t>
            </a:r>
          </a:p>
          <a:p>
            <a:r>
              <a:rPr sz="1800"/>
              <a:t>Feature Engineering</a:t>
            </a:r>
          </a:p>
          <a:p>
            <a:r>
              <a:rPr sz="1800"/>
              <a:t>Model Building &amp; Evaluation</a:t>
            </a:r>
          </a:p>
          <a:p>
            <a:r>
              <a:rPr sz="1800"/>
              <a:t>Best Model &amp; Feature Importance</a:t>
            </a:r>
          </a:p>
          <a:p>
            <a:r>
              <a:rPr sz="1800"/>
              <a:t>Key Insights &amp; Recommendations</a:t>
            </a:r>
          </a:p>
          <a:p>
            <a:r>
              <a:rPr sz="1800"/>
              <a:t>Conclusion &amp;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Business Problem: Predict churn to reduce customer loss.</a:t>
            </a:r>
          </a:p>
          <a:p>
            <a:r>
              <a:rPr sz="1800"/>
              <a:t>Churn rate: ~26.5%.</a:t>
            </a:r>
          </a:p>
          <a:p>
            <a:r>
              <a:rPr sz="1800"/>
              <a:t>Goal: Identify at-risk customers and recommend retention strategies.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7,043 customers</a:t>
            </a:r>
          </a:p>
          <a:p>
            <a:r>
              <a:rPr sz="1800"/>
              <a:t>20+ features (demographics, contracts, billing, services)</a:t>
            </a:r>
          </a:p>
          <a:p>
            <a:r>
              <a:rPr sz="1800"/>
              <a:t>Key target: Churn (Yes/No)</a:t>
            </a:r>
          </a:p>
          <a:p>
            <a:r>
              <a:rPr sz="1800"/>
              <a:t>Balanced mix of categorical + numerical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Handled missing values (TotalCharges)</a:t>
            </a:r>
          </a:p>
          <a:p>
            <a:r>
              <a:rPr sz="1800"/>
              <a:t>Removed duplicates</a:t>
            </a:r>
          </a:p>
          <a:p>
            <a:r>
              <a:rPr sz="1800"/>
              <a:t>Encoded categorical variables</a:t>
            </a:r>
          </a:p>
          <a:p>
            <a:r>
              <a:rPr sz="1800"/>
              <a:t>Standardized numerical features</a:t>
            </a:r>
          </a:p>
          <a:p>
            <a:r>
              <a:rPr sz="1800"/>
              <a:t>Used SMOTE to handle class imbalance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Churn higher in:</a:t>
            </a:r>
          </a:p>
          <a:p>
            <a:r>
              <a:rPr sz="1800"/>
              <a:t>- Month-to-month contracts</a:t>
            </a:r>
          </a:p>
          <a:p>
            <a:r>
              <a:rPr sz="1800"/>
              <a:t>- Fiber optic users</a:t>
            </a:r>
          </a:p>
          <a:p>
            <a:r>
              <a:rPr sz="1800"/>
              <a:t>- Electronic check payments</a:t>
            </a:r>
          </a:p>
          <a:p/>
          <a:p>
            <a:r>
              <a:rPr sz="1800"/>
              <a:t>Tenure &amp; monthly charges strongly linked to churn</a:t>
            </a:r>
          </a:p>
          <a:p/>
          <a:p>
            <a:r>
              <a:rPr sz="1800"/>
              <a:t>(Insert churn distribution, tenure vs churn, monthly charges graphs here)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Tenure groups</a:t>
            </a:r>
          </a:p>
          <a:p>
            <a:r>
              <a:rPr sz="1800"/>
              <a:t>Monthly charge groups</a:t>
            </a:r>
          </a:p>
          <a:p>
            <a:r>
              <a:rPr sz="1800"/>
              <a:t>No Internet Services flag</a:t>
            </a:r>
          </a:p>
          <a:p>
            <a:r>
              <a:rPr sz="1800"/>
              <a:t>Service Count</a:t>
            </a:r>
          </a:p>
          <a:p>
            <a:r>
              <a:rPr sz="1800"/>
              <a:t>HasStreaming (StreamingTV/Movies)</a:t>
            </a:r>
          </a:p>
          <a:p>
            <a:r>
              <a:rPr sz="1800"/>
              <a:t>ElectronicPayment flag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Models tested: Logistic Regression, Random Forest, Gradient Boosting, SVM</a:t>
            </a:r>
          </a:p>
          <a:p/>
          <a:p>
            <a:r>
              <a:rPr sz="1800"/>
              <a:t>Metrics: Accuracy, Precision, Recall, F1-Score, ROC-AUC</a:t>
            </a:r>
          </a:p>
          <a:p/>
          <a:p>
            <a:r>
              <a:rPr sz="1800"/>
              <a:t>Random Forest &amp; Gradient Boosting performed best</a:t>
            </a:r>
          </a:p>
          <a:p/>
          <a:p>
            <a:r>
              <a:rPr sz="1800"/>
              <a:t>(Insert model comparison table &amp; ROC curve here)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Model &amp; 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Best Model: Gradient Boosting (after tuning)</a:t>
            </a:r>
          </a:p>
          <a:p/>
          <a:p>
            <a:r>
              <a:rPr sz="1800"/>
              <a:t>Key Features:</a:t>
            </a:r>
          </a:p>
          <a:p>
            <a:r>
              <a:rPr sz="1800"/>
              <a:t>- Contract Type</a:t>
            </a:r>
          </a:p>
          <a:p>
            <a:r>
              <a:rPr sz="1800"/>
              <a:t>- Tenure</a:t>
            </a:r>
          </a:p>
          <a:p>
            <a:r>
              <a:rPr sz="1800"/>
              <a:t>- MonthlyCharges</a:t>
            </a:r>
          </a:p>
          <a:p>
            <a:r>
              <a:rPr sz="1800"/>
              <a:t>- Payment Method</a:t>
            </a:r>
          </a:p>
          <a:p>
            <a:r>
              <a:rPr sz="1800"/>
              <a:t>- Internet Service</a:t>
            </a:r>
          </a:p>
          <a:p/>
          <a:p>
            <a:r>
              <a:rPr sz="1800"/>
              <a:t>(Insert Feature Importance graph here)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Month-to-month contracts: 42.7% churn</a:t>
            </a:r>
          </a:p>
          <a:p>
            <a:r>
              <a:rPr sz="1800"/>
              <a:t>Fiber optic users: 41.9% churn</a:t>
            </a:r>
          </a:p>
          <a:p>
            <a:r>
              <a:rPr sz="1800"/>
              <a:t>Electronic check payments: 45.3% churn</a:t>
            </a:r>
          </a:p>
          <a:p>
            <a:r>
              <a:rPr sz="1800"/>
              <a:t>New customers most at risk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Incentivize long-term contracts</a:t>
            </a:r>
          </a:p>
          <a:p>
            <a:r>
              <a:rPr sz="1800"/>
              <a:t>Improve Fiber optic service quality</a:t>
            </a:r>
          </a:p>
          <a:p>
            <a:r>
              <a:rPr sz="1800"/>
              <a:t>Promote auto-payment methods</a:t>
            </a:r>
          </a:p>
          <a:p>
            <a:r>
              <a:rPr sz="1800"/>
              <a:t>Special retention plans for new &amp; senior customers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Accurate churn prediction enables proactive retention</a:t>
            </a:r>
          </a:p>
          <a:p>
            <a:r>
              <a:rPr sz="1800"/>
              <a:t>Prevents major revenue loss</a:t>
            </a:r>
          </a:p>
          <a:p/>
          <a:p>
            <a:r>
              <a:rPr sz="1800"/>
              <a:t>Future work:</a:t>
            </a:r>
          </a:p>
          <a:p>
            <a:r>
              <a:rPr sz="1800"/>
              <a:t>- Use ensemble deep learning</a:t>
            </a:r>
          </a:p>
          <a:p>
            <a:r>
              <a:rPr sz="1800"/>
              <a:t>- Add customer sentiment/complaints data</a:t>
            </a:r>
          </a:p>
          <a:p>
            <a:r>
              <a:rPr sz="1800"/>
              <a:t>- Deploy real-time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